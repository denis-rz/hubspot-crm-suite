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" y="292608"/>
            <a:ext cx="196596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CANDIDATE PRESENTATION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CRM 整合展示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CRM Integration Demo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這份簡報不是單純介紹畫面，而是用一個可運作的系統來說明我如何處理 CRM 流程、資料驗證、API 整合與後續擴充。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working prototype on a live HubSpot sandbox — covering CRM workflow design, data validation, API integration, and extensible architecture.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932688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30352" y="22814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C# Backend</a:t>
            </a:r>
            <a:endParaRPr lang="en-US" sz="830" dirty="0"/>
          </a:p>
        </p:txBody>
      </p:sp>
      <p:sp>
        <p:nvSpPr>
          <p:cNvPr id="11" name="Shape 9"/>
          <p:cNvSpPr/>
          <p:nvPr/>
        </p:nvSpPr>
        <p:spPr>
          <a:xfrm>
            <a:off x="1444752" y="2240280"/>
            <a:ext cx="1051560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517904" y="2281428"/>
            <a:ext cx="941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API</a:t>
            </a:r>
            <a:endParaRPr lang="en-US" sz="830" dirty="0"/>
          </a:p>
        </p:txBody>
      </p:sp>
      <p:sp>
        <p:nvSpPr>
          <p:cNvPr id="13" name="Shape 11"/>
          <p:cNvSpPr/>
          <p:nvPr/>
        </p:nvSpPr>
        <p:spPr>
          <a:xfrm>
            <a:off x="2578608" y="2240280"/>
            <a:ext cx="1143000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51760" y="2281428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Workflow</a:t>
            </a:r>
            <a:endParaRPr lang="en-US" sz="830" dirty="0"/>
          </a:p>
        </p:txBody>
      </p:sp>
      <p:sp>
        <p:nvSpPr>
          <p:cNvPr id="15" name="Shape 13"/>
          <p:cNvSpPr/>
          <p:nvPr/>
        </p:nvSpPr>
        <p:spPr>
          <a:xfrm>
            <a:off x="3794760" y="2240280"/>
            <a:ext cx="1216152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67912" y="2281428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Validation</a:t>
            </a:r>
            <a:endParaRPr lang="en-US" sz="830" dirty="0"/>
          </a:p>
        </p:txBody>
      </p:sp>
      <p:sp>
        <p:nvSpPr>
          <p:cNvPr id="17" name="Shape 15"/>
          <p:cNvSpPr/>
          <p:nvPr/>
        </p:nvSpPr>
        <p:spPr>
          <a:xfrm>
            <a:off x="5084064" y="2240280"/>
            <a:ext cx="1481328" cy="256032"/>
          </a:xfrm>
          <a:prstGeom prst="roundRect">
            <a:avLst>
              <a:gd name="adj" fmla="val 25000"/>
            </a:avLst>
          </a:prstGeom>
          <a:solidFill>
            <a:srgbClr val="F3F5F9"/>
          </a:solidFill>
          <a:ln w="12700">
            <a:solidFill>
              <a:srgbClr val="F3F5F9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157216" y="228142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SQL-ready Next Step</a:t>
            </a:r>
            <a:endParaRPr lang="en-US" sz="83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21792" y="2862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21792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 HubSpot 測試環境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621792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HubSpot sandbox</a:t>
            </a:r>
            <a:endParaRPr lang="en-US" sz="830" dirty="0"/>
          </a:p>
        </p:txBody>
      </p:sp>
      <p:sp>
        <p:nvSpPr>
          <p:cNvPr id="23" name="Shape 21"/>
          <p:cNvSpPr/>
          <p:nvPr/>
        </p:nvSpPr>
        <p:spPr>
          <a:xfrm>
            <a:off x="2331720" y="2697480"/>
            <a:ext cx="173736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496312" y="28620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2496312" y="326440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核心流程區塊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2496312" y="35204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Core workflow areas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206240" y="2697480"/>
            <a:ext cx="182880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370832" y="28620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370832" y="3264408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對應 CRM / Integration 職缺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4370832" y="35204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Aligned to CRM / Integration roles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457200" y="3977640"/>
            <a:ext cx="5669280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21792" y="4096512"/>
            <a:ext cx="5349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重點不是把畫面做滿，而是證明我能把業務流程翻譯成可運作、可說明、可延伸的系統。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21792" y="4270248"/>
            <a:ext cx="5349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goal: demonstrate the ability to turn business requirements into a working, explainable, and production-ready system.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6446520" y="685800"/>
            <a:ext cx="5257800" cy="5440680"/>
          </a:xfrm>
          <a:prstGeom prst="roundRect">
            <a:avLst>
              <a:gd name="adj" fmla="val 208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pic>
        <p:nvPicPr>
          <p:cNvPr id="35" name="Image 0" descr="C:\Users\mikedell\hhupdate\hubspot-deals-sandbox-presentation\screenshots\deal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48" y="795528"/>
            <a:ext cx="5038344" cy="5221224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6537960" y="619963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右側畫面來自真實 HubSpot sandbox，並非靜態 mockup。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6537960" y="645566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HubSpot sandbox — real data, real API calls, no static mockup.</a:t>
            </a:r>
            <a:endParaRPr lang="en-US" sz="84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" y="292608"/>
            <a:ext cx="178308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"/>
            <a:ext cx="1600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BUSINESS SCENARIO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120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這個系統解決什麼問題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Business Problem It Solves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如果公司希望用 CRM 管理客戶、窗口、商機與匯入資料，系統的重點就是資料正確、流程清楚、後續整合容易。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CRM value depends on data quality, traceable workflow, and integration readiness. This prototype addresses all three.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539496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" y="2386584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 CRM 作業流程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24328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Practical CRM operating flow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58368" y="269748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4672" y="286207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04672" y="28986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188720" y="282549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先建立公司主資料，避免商機沒有所屬組織。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1188720" y="308152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company master data first so the deal belongs to a real organization.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58368" y="342900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4672" y="359359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04672" y="36301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88720" y="355701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再建立聯絡人，對應實際窗口與溝通對象。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1188720" y="381304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Then create the contact so communication is tied to a real person.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8368" y="416052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4672" y="432511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04672" y="43616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188720" y="428853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建立商機並指定 pipeline / stage，讓銷售狀態可追蹤。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1188720" y="454456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Create the deal with pipeline and stage so the sales process becomes trackable.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58368" y="4892040"/>
            <a:ext cx="4983480" cy="621792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04672" y="50566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04672" y="50932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88720" y="502005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用關聯與 CSV 流程把資料串起來，為後續整合做準備。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1188720" y="5276088"/>
            <a:ext cx="4306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 associations and CSV workflow to connect records and prepare for future integration.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26480" y="1783080"/>
            <a:ext cx="557784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309360" y="1929384"/>
            <a:ext cx="5212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HR 與主管的意義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2167128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this matters to HR and a hiring manager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327648" y="2240280"/>
            <a:ext cx="5175504" cy="713232"/>
          </a:xfrm>
          <a:prstGeom prst="roundRect">
            <a:avLst>
              <a:gd name="adj" fmla="val 15385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473952" y="240487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473952" y="24414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0" y="236829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這不是單一 CRUD 畫面，而是完整 CRM 物件思維。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6858000" y="262432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not a single CRUD page. It shows complete CRM object thinking.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327648" y="3108960"/>
            <a:ext cx="5175504" cy="713232"/>
          </a:xfrm>
          <a:prstGeom prst="roundRect">
            <a:avLst>
              <a:gd name="adj" fmla="val 15385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473952" y="327355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473952" y="331012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858000" y="323697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它反映我能理解業務流程，不只是寫 API。</a:t>
            </a:r>
            <a:endParaRPr lang="en-US" sz="910" dirty="0"/>
          </a:p>
        </p:txBody>
      </p:sp>
      <p:sp>
        <p:nvSpPr>
          <p:cNvPr id="44" name="Text 42"/>
          <p:cNvSpPr/>
          <p:nvPr/>
        </p:nvSpPr>
        <p:spPr>
          <a:xfrm>
            <a:off x="6858000" y="349300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reflects that I understand business workflow, not just endpoints.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327648" y="3977640"/>
            <a:ext cx="5175504" cy="713232"/>
          </a:xfrm>
          <a:prstGeom prst="roundRect">
            <a:avLst>
              <a:gd name="adj" fmla="val 15385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473952" y="41422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473952" y="41788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858000" y="4105656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它也保留了下一步做 SQL staging / audit 的空間。</a:t>
            </a:r>
            <a:endParaRPr lang="en-US" sz="910" dirty="0"/>
          </a:p>
        </p:txBody>
      </p:sp>
      <p:sp>
        <p:nvSpPr>
          <p:cNvPr id="49" name="Text 47"/>
          <p:cNvSpPr/>
          <p:nvPr/>
        </p:nvSpPr>
        <p:spPr>
          <a:xfrm>
            <a:off x="6858000" y="4361688"/>
            <a:ext cx="44988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It also leaves a clean next step for SQL staging and audit capability.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27648" y="5010912"/>
            <a:ext cx="5175504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6492240" y="5129784"/>
            <a:ext cx="4855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這份作品的價值在於：它既能展示實作能力，也能展示系統思考。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492240" y="5303520"/>
            <a:ext cx="4855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work demonstrates both hands-on implementation skill and CRM systems thinking.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" y="29260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 BUILT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212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我實際完成的能力範圍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212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I Actually Built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我把這個作品整理成可以面試展示的版本，重點不是功能堆疊，而是每個功能都對應到 CRM / integration 的核心能力。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Built as a working prototype, not a demo. Every feature maps directly to a core CRM / integration capability.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475488" y="233172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" y="249631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253288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245973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真實物件操作：Company / Contact / Deal。</a:t>
            </a:r>
            <a:endParaRPr lang="en-US" sz="910" dirty="0"/>
          </a:p>
        </p:txBody>
      </p:sp>
      <p:sp>
        <p:nvSpPr>
          <p:cNvPr id="13" name="Text 11"/>
          <p:cNvSpPr/>
          <p:nvPr/>
        </p:nvSpPr>
        <p:spPr>
          <a:xfrm>
            <a:off x="1005840" y="271576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object handling for companies, contacts, and deals.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75488" y="338328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354787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58444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005840" y="351129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受控輸入與驗證：pipeline、stage、industry 來自 HubSpot。</a:t>
            </a:r>
            <a:endParaRPr lang="en-US" sz="910" dirty="0"/>
          </a:p>
        </p:txBody>
      </p:sp>
      <p:sp>
        <p:nvSpPr>
          <p:cNvPr id="18" name="Text 16"/>
          <p:cNvSpPr/>
          <p:nvPr/>
        </p:nvSpPr>
        <p:spPr>
          <a:xfrm>
            <a:off x="1005840" y="376732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Controlled validation where pipeline, stage, and industry come from HubSpot metadata.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75488" y="443484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" y="45994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" y="46360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05840" y="456285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商機關聯：把 deal 與 company / contact 串起來。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1005840" y="481888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Association workflow that links deals to companies and contacts.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5488" y="5486400"/>
            <a:ext cx="52578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1792" y="565099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56875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005840" y="5614416"/>
            <a:ext cx="4581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匯入匯出：樣板、匯出、預覽、套用。</a:t>
            </a:r>
            <a:endParaRPr lang="en-US" sz="910" dirty="0"/>
          </a:p>
        </p:txBody>
      </p:sp>
      <p:sp>
        <p:nvSpPr>
          <p:cNvPr id="28" name="Text 26"/>
          <p:cNvSpPr/>
          <p:nvPr/>
        </p:nvSpPr>
        <p:spPr>
          <a:xfrm>
            <a:off x="1005840" y="5870448"/>
            <a:ext cx="4581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CSV import/export with template, export, preview, and apply steps.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417320"/>
            <a:ext cx="5577840" cy="507492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30" name="Image 0" descr="C:\Users\mikedell\hhupdate\hubspot-deals-sandbox-presentation\screenshots\deal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81928" y="1527048"/>
            <a:ext cx="5358384" cy="4855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" y="292608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SCREENS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核心畫面一：主資料與商機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Screens: Master Data and Deals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這兩個畫面最能說明我對 CRM 基礎結構的理解：先有主資料，再有商機，避免資料孤立。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These screens demonstrate CRM foundation design: master data first, deal second — no record exists without organizational context.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205740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0" name="Image 0" descr="C:\Users\mikedell\hhupdate\hubspot-deals-sandbox-presentation\screenshots\companie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67128"/>
            <a:ext cx="5221224" cy="28437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45352" y="2057400"/>
            <a:ext cx="544068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2" name="Image 1" descr="C:\Users\mikedell\hhupdate\hubspot-deals-sandbox-presentation\screenshots\deals-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67128"/>
            <a:ext cx="5221224" cy="28437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" y="534924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" y="55138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" y="5550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33272" y="54772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公司資料不是裝飾，而是商機、聯絡人與後續同步的基礎。</a:t>
            </a:r>
            <a:endParaRPr lang="en-US" sz="910" dirty="0"/>
          </a:p>
        </p:txBody>
      </p:sp>
      <p:sp>
        <p:nvSpPr>
          <p:cNvPr id="17" name="Text 13"/>
          <p:cNvSpPr/>
          <p:nvPr/>
        </p:nvSpPr>
        <p:spPr>
          <a:xfrm>
            <a:off x="1033272" y="57332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Company data is the base for deals, contacts, and later synchronization.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270248" y="534924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416552" y="55138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16552" y="5550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800600" y="54772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商機畫面同時支援建立、查詢與結果檢視。</a:t>
            </a:r>
            <a:endParaRPr lang="en-US" sz="910" dirty="0"/>
          </a:p>
        </p:txBody>
      </p:sp>
      <p:sp>
        <p:nvSpPr>
          <p:cNvPr id="22" name="Text 18"/>
          <p:cNvSpPr/>
          <p:nvPr/>
        </p:nvSpPr>
        <p:spPr>
          <a:xfrm>
            <a:off x="4800600" y="57332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deal screen combines creation, search, and result inspection in one place.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037576" y="5349240"/>
            <a:ext cx="365760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183880" y="551383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183880" y="5550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567928" y="5477256"/>
            <a:ext cx="29809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下拉選單直接讀取 HubSpot 規則，減少無效輸入。</a:t>
            </a:r>
            <a:endParaRPr lang="en-US" sz="910" dirty="0"/>
          </a:p>
        </p:txBody>
      </p:sp>
      <p:sp>
        <p:nvSpPr>
          <p:cNvPr id="27" name="Text 23"/>
          <p:cNvSpPr/>
          <p:nvPr/>
        </p:nvSpPr>
        <p:spPr>
          <a:xfrm>
            <a:off x="8567928" y="5733288"/>
            <a:ext cx="2980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Dropdowns reflect live HubSpot rules and reduce invalid submissions.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" y="292608"/>
            <a:ext cx="169164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"/>
            <a:ext cx="1508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INTEGRATION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852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核心畫面二：關聯與匯入流程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852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Key Screens: Linking and Import Workflow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如果要讓主管看到我不是只會做表單，這一頁最重要：它證明我理解資料關係與批次資料流程。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slide separates a CRM developer from a form builder: ownership of data relationships and a complete batch workflow.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0" name="Image 0" descr="C:\Users\mikedell\hhupdate\hubspot-deals-sandbox-presentation\screenshots\links-pan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2103120"/>
            <a:ext cx="5221224" cy="28895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6245352" y="1993392"/>
            <a:ext cx="54406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pic>
        <p:nvPicPr>
          <p:cNvPr id="12" name="Image 1" descr="C:\Users\mikedell\hhupdate\hubspot-deals-sandbox-presentation\screenshots\import-pa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2103120"/>
            <a:ext cx="5221224" cy="288950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" y="5376672"/>
            <a:ext cx="356616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" y="55412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9224" y="55778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033272" y="5504688"/>
            <a:ext cx="2889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Links 畫面說明 deal 不該孤立存在，必須連到真實公司與窗口。</a:t>
            </a:r>
            <a:endParaRPr lang="en-US" sz="910" dirty="0"/>
          </a:p>
        </p:txBody>
      </p:sp>
      <p:sp>
        <p:nvSpPr>
          <p:cNvPr id="17" name="Text 13"/>
          <p:cNvSpPr/>
          <p:nvPr/>
        </p:nvSpPr>
        <p:spPr>
          <a:xfrm>
            <a:off x="1033272" y="5760720"/>
            <a:ext cx="2889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links screen shows that a deal should be connected to a real company and real contact.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4224528" y="5376672"/>
            <a:ext cx="3703320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70832" y="55412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370832" y="55778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4754880" y="5504688"/>
            <a:ext cx="30266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Import 畫面把 CSV 變成可驗證、可預覽、可說明的流程。</a:t>
            </a:r>
            <a:endParaRPr lang="en-US" sz="910" dirty="0"/>
          </a:p>
        </p:txBody>
      </p:sp>
      <p:sp>
        <p:nvSpPr>
          <p:cNvPr id="22" name="Text 18"/>
          <p:cNvSpPr/>
          <p:nvPr/>
        </p:nvSpPr>
        <p:spPr>
          <a:xfrm>
            <a:off x="4754880" y="5760720"/>
            <a:ext cx="3026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The import screen turns CSV into a workflow that can be validated, previewed, and explained.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8083296" y="5376672"/>
            <a:ext cx="3602736" cy="804672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8229600" y="55412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229600" y="55778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Text 22"/>
          <p:cNvSpPr/>
          <p:nvPr/>
        </p:nvSpPr>
        <p:spPr>
          <a:xfrm>
            <a:off x="8613648" y="550468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這部分最接近 CRM / ERP integration 職位會在意的能力。</a:t>
            </a:r>
            <a:endParaRPr lang="en-US" sz="910" dirty="0"/>
          </a:p>
        </p:txBody>
      </p:sp>
      <p:sp>
        <p:nvSpPr>
          <p:cNvPr id="27" name="Text 23"/>
          <p:cNvSpPr/>
          <p:nvPr/>
        </p:nvSpPr>
        <p:spPr>
          <a:xfrm>
            <a:off x="8613648" y="5760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is the part closest to what CRM / ERP integration roles usually care about.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" y="292608"/>
            <a:ext cx="155448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TECHNICAL 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技術設計與專業化方向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6035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Technical Design and Next Professional Step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目前版本是可展示、可運作的 prototype；如果往專業 CRM integration 方向走，下一步就是加入 SQL staging、audit 與 import history。</a:t>
            </a:r>
            <a:endParaRPr lang="en-US" sz="101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Interview-ready prototype with a clear production upgrade path: SQL staging, audit logging, and import history.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2084832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2311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目前架構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4688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Current structure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41248" y="2514600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1005840" y="2606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 UI</a:t>
            </a:r>
            <a:endParaRPr lang="en-US" sz="940" dirty="0"/>
          </a:p>
        </p:txBody>
      </p:sp>
      <p:sp>
        <p:nvSpPr>
          <p:cNvPr id="14" name="Text 12"/>
          <p:cNvSpPr/>
          <p:nvPr/>
        </p:nvSpPr>
        <p:spPr>
          <a:xfrm>
            <a:off x="1005840" y="286207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Browser UI</a:t>
            </a:r>
            <a:endParaRPr lang="en-US" sz="860" dirty="0"/>
          </a:p>
        </p:txBody>
      </p:sp>
      <p:sp>
        <p:nvSpPr>
          <p:cNvPr id="15" name="Text 13"/>
          <p:cNvSpPr/>
          <p:nvPr/>
        </p:nvSpPr>
        <p:spPr>
          <a:xfrm>
            <a:off x="3081528" y="3026664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1248" y="3264408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005840" y="335584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API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1005840" y="36118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ASP.NET Core demo layer</a:t>
            </a:r>
            <a:endParaRPr lang="en-US" sz="860" dirty="0"/>
          </a:p>
        </p:txBody>
      </p:sp>
      <p:sp>
        <p:nvSpPr>
          <p:cNvPr id="19" name="Text 17"/>
          <p:cNvSpPr/>
          <p:nvPr/>
        </p:nvSpPr>
        <p:spPr>
          <a:xfrm>
            <a:off x="3081528" y="3776472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41248" y="4014216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AF2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1056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驗證與 CSV 服務</a:t>
            </a:r>
            <a:endParaRPr lang="en-US" sz="940" dirty="0"/>
          </a:p>
        </p:txBody>
      </p:sp>
      <p:sp>
        <p:nvSpPr>
          <p:cNvPr id="22" name="Text 20"/>
          <p:cNvSpPr/>
          <p:nvPr/>
        </p:nvSpPr>
        <p:spPr>
          <a:xfrm>
            <a:off x="1005840" y="436168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Validation and CSV workflow</a:t>
            </a:r>
            <a:endParaRPr lang="en-US" sz="860" dirty="0"/>
          </a:p>
        </p:txBody>
      </p:sp>
      <p:sp>
        <p:nvSpPr>
          <p:cNvPr id="23" name="Text 21"/>
          <p:cNvSpPr/>
          <p:nvPr/>
        </p:nvSpPr>
        <p:spPr>
          <a:xfrm>
            <a:off x="3081528" y="4526280"/>
            <a:ext cx="274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5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1248" y="4764024"/>
            <a:ext cx="4736592" cy="512064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005840" y="485546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HubSpot Sandbox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1005840" y="511149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Live HubSpot sandbox data</a:t>
            </a:r>
            <a:endParaRPr lang="en-US" sz="860" dirty="0"/>
          </a:p>
        </p:txBody>
      </p:sp>
      <p:sp>
        <p:nvSpPr>
          <p:cNvPr id="27" name="Shape 25"/>
          <p:cNvSpPr/>
          <p:nvPr/>
        </p:nvSpPr>
        <p:spPr>
          <a:xfrm>
            <a:off x="6236208" y="2084832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419088" y="223113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下一步專業化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19088" y="246888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Next step toward production-like integration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446520" y="2542032"/>
            <a:ext cx="50292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592824" y="270662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6592824" y="274320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976872" y="267004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加入 SQLite / SQL staging，先存再驗證再套用。</a:t>
            </a:r>
            <a:endParaRPr lang="en-US" sz="910" dirty="0"/>
          </a:p>
        </p:txBody>
      </p:sp>
      <p:sp>
        <p:nvSpPr>
          <p:cNvPr id="34" name="Text 32"/>
          <p:cNvSpPr/>
          <p:nvPr/>
        </p:nvSpPr>
        <p:spPr>
          <a:xfrm>
            <a:off x="6976872" y="292608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Add SQLite / SQL staging so import can be stored, validated, and then applied.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446520" y="3364992"/>
            <a:ext cx="50292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6592824" y="352958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6592824" y="356616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976872" y="349300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 import job、row-level error、audit trail。</a:t>
            </a:r>
            <a:endParaRPr lang="en-US" sz="910" dirty="0"/>
          </a:p>
        </p:txBody>
      </p:sp>
      <p:sp>
        <p:nvSpPr>
          <p:cNvPr id="39" name="Text 37"/>
          <p:cNvSpPr/>
          <p:nvPr/>
        </p:nvSpPr>
        <p:spPr>
          <a:xfrm>
            <a:off x="6976872" y="374904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Keep import jobs, row-level errors, and audit trail.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446520" y="4187952"/>
            <a:ext cx="50292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592824" y="435254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592824" y="43891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76872" y="431596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支援 retry、deduplication、history 查詢。</a:t>
            </a:r>
            <a:endParaRPr lang="en-US" sz="910" dirty="0"/>
          </a:p>
        </p:txBody>
      </p:sp>
      <p:sp>
        <p:nvSpPr>
          <p:cNvPr id="44" name="Text 42"/>
          <p:cNvSpPr/>
          <p:nvPr/>
        </p:nvSpPr>
        <p:spPr>
          <a:xfrm>
            <a:off x="6976872" y="457200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Support retry, deduplication, and history lookup.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46520" y="5120640"/>
            <a:ext cx="5029200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611112" y="5239512"/>
            <a:ext cx="4709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這會把作品從 demo 提升到更像真實內部系統或 CRM integration stand。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6611112" y="5413248"/>
            <a:ext cx="4709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This upgrade path transforms the prototype into a production-grade CRM integration layer.</a:t>
            </a:r>
            <a:endParaRPr lang="en-US" sz="8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7F1"/>
          </a:solidFill>
          <a:ln w="12700">
            <a:solidFill>
              <a:srgbClr val="FBF7F1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38912" y="292608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347472"/>
            <a:ext cx="1005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 FIT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38912" y="749808"/>
            <a:ext cx="5394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為什麼我適合這類職位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38912" y="1133856"/>
            <a:ext cx="5394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Why I Fit This Type of Role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如果面試職位是 C#、HubSpot、API、CRM/ERP integration、import/export、SQL-ready 思維，這份作品正好能作為一個具體說明。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When a role requires C#, HubSpot, API integration, CRM workflow, and import/export thinking — this project makes that fit concrete and demonstrable.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502920" y="2176272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85800" y="2322576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我能帶來的能力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60320"/>
            <a:ext cx="5120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Capability I bring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633472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77824" y="27980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77824" y="28346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261872" y="2761488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C# / ASP.NET Core 快速做出可運作原型。</a:t>
            </a:r>
            <a:endParaRPr lang="en-US" sz="910" dirty="0"/>
          </a:p>
        </p:txBody>
      </p:sp>
      <p:sp>
        <p:nvSpPr>
          <p:cNvPr id="16" name="Text 14"/>
          <p:cNvSpPr/>
          <p:nvPr/>
        </p:nvSpPr>
        <p:spPr>
          <a:xfrm>
            <a:off x="1261872" y="3017520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can build a working prototype quickly in C# / ASP.NET Core.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31520" y="3346704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77824" y="3511296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77824" y="354787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61872" y="3474720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 CRM 物件模型：company、contact、deal、association。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1261872" y="3730752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understand the CRM object model: company, contact, deal, association.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731520" y="4059936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77824" y="4224528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77824" y="426110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261872" y="4187952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知道何時該做前端控制，何時該做後端驗證。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1261872" y="4443984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know when to use front-end control and when to enforce server-side validation.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31520" y="4773168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77824" y="4937760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877824" y="497433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261872" y="4901184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能把 CSV / API / validation 串成實際業務流程。</a:t>
            </a:r>
            <a:endParaRPr lang="en-US" sz="910" dirty="0"/>
          </a:p>
        </p:txBody>
      </p:sp>
      <p:sp>
        <p:nvSpPr>
          <p:cNvPr id="31" name="Text 29"/>
          <p:cNvSpPr/>
          <p:nvPr/>
        </p:nvSpPr>
        <p:spPr>
          <a:xfrm>
            <a:off x="1261872" y="5157216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can turn CSV, API, and validation into a practical business workflow.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31520" y="5486400"/>
            <a:ext cx="5029200" cy="585216"/>
          </a:xfrm>
          <a:prstGeom prst="roundRect">
            <a:avLst>
              <a:gd name="adj" fmla="val 18750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77824" y="5650992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77824" y="568756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261872" y="5614416"/>
            <a:ext cx="4352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也清楚下一步如何往 SQL / audit / staging 擴展。</a:t>
            </a:r>
            <a:endParaRPr lang="en-US" sz="910" dirty="0"/>
          </a:p>
        </p:txBody>
      </p:sp>
      <p:sp>
        <p:nvSpPr>
          <p:cNvPr id="36" name="Text 34"/>
          <p:cNvSpPr/>
          <p:nvPr/>
        </p:nvSpPr>
        <p:spPr>
          <a:xfrm>
            <a:off x="1261872" y="5870448"/>
            <a:ext cx="43525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also understand the next step toward SQL, audit, and staging capability.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236208" y="2176272"/>
            <a:ext cx="54406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6419088" y="232257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主管最可能想知道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19088" y="2560320"/>
            <a:ext cx="5074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What a manager is most likely to care about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55664" y="2633472"/>
            <a:ext cx="50017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601968" y="2798064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6601968" y="283464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986016" y="2761488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我不是只做畫面，而是把流程與資料關係做清楚。</a:t>
            </a:r>
            <a:endParaRPr lang="en-US" sz="910" dirty="0"/>
          </a:p>
        </p:txBody>
      </p:sp>
      <p:sp>
        <p:nvSpPr>
          <p:cNvPr id="44" name="Text 42"/>
          <p:cNvSpPr/>
          <p:nvPr/>
        </p:nvSpPr>
        <p:spPr>
          <a:xfrm>
            <a:off x="6986016" y="3017520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am not only building screens; I am structuring workflow and data relationships.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455664" y="3529584"/>
            <a:ext cx="50017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6601968" y="3694176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6601968" y="3730752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986016" y="3657600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我能展示 working solution，也能誠實說明目前邊界。</a:t>
            </a:r>
            <a:endParaRPr lang="en-US" sz="910" dirty="0"/>
          </a:p>
        </p:txBody>
      </p:sp>
      <p:sp>
        <p:nvSpPr>
          <p:cNvPr id="49" name="Text 47"/>
          <p:cNvSpPr/>
          <p:nvPr/>
        </p:nvSpPr>
        <p:spPr>
          <a:xfrm>
            <a:off x="6986016" y="3913632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 can show a working solution and also explain its current boundaries honestly.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455664" y="4425696"/>
            <a:ext cx="50017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E7DCCB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6601968" y="4590288"/>
            <a:ext cx="292608" cy="292608"/>
          </a:xfrm>
          <a:prstGeom prst="ellipse">
            <a:avLst/>
          </a:prstGeom>
          <a:solidFill>
            <a:srgbClr val="FFE4DB"/>
          </a:solidFill>
          <a:ln w="12700">
            <a:solidFill>
              <a:srgbClr val="FFE4DB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6601968" y="462686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75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6986016" y="4553712"/>
            <a:ext cx="4325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這讓作品更像成熟候選人的展示，而不是單純作業。</a:t>
            </a:r>
            <a:endParaRPr lang="en-US" sz="910" dirty="0"/>
          </a:p>
        </p:txBody>
      </p:sp>
      <p:sp>
        <p:nvSpPr>
          <p:cNvPr id="54" name="Text 52"/>
          <p:cNvSpPr/>
          <p:nvPr/>
        </p:nvSpPr>
        <p:spPr>
          <a:xfrm>
            <a:off x="6986016" y="4809744"/>
            <a:ext cx="4325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That makes the presentation feel closer to a mature candidate deck than a classroom assignment.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455664" y="5449824"/>
            <a:ext cx="5001768" cy="548640"/>
          </a:xfrm>
          <a:prstGeom prst="roundRect">
            <a:avLst>
              <a:gd name="adj" fmla="val 20000"/>
            </a:avLst>
          </a:prstGeom>
          <a:solidFill>
            <a:srgbClr val="FFF2D7"/>
          </a:solidFill>
          <a:ln w="12700">
            <a:solidFill>
              <a:srgbClr val="FFF2D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6620256" y="5568696"/>
            <a:ext cx="46817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8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一句話總結：我可以把 CRM 需求落地成系統，並知道怎麼把它往更專業的方向推進。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6620256" y="5742432"/>
            <a:ext cx="4681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dirty="0">
                <a:solidFill>
                  <a:srgbClr val="5F677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Bottom line: I can translate CRM requirements into a working system — and I know exactly what the next step looks like.</a:t>
            </a:r>
            <a:endParaRPr lang="en-US" sz="87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HubSpot CRM Integration Candidate Deck</dc:title>
  <dc:subject>Bilingual candidate presentation for HubSpot CRM integration demo</dc:subject>
  <dc:creator>OpenAI Codex</dc:creator>
  <cp:lastModifiedBy>OpenAI Codex</cp:lastModifiedBy>
  <cp:revision>1</cp:revision>
  <dcterms:created xsi:type="dcterms:W3CDTF">2026-04-18T06:18:15Z</dcterms:created>
  <dcterms:modified xsi:type="dcterms:W3CDTF">2026-04-18T06:18:15Z</dcterms:modified>
</cp:coreProperties>
</file>